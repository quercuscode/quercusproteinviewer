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  <p:sldId id="258" r:id="rId3"/>
  </p:sldIdLst>
  <p:sldSz cx="4873625" cy="48736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69" d="100"/>
          <a:sy n="169" d="100"/>
        </p:scale>
        <p:origin x="28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522" y="797605"/>
            <a:ext cx="4142581" cy="1696744"/>
          </a:xfrm>
        </p:spPr>
        <p:txBody>
          <a:bodyPr anchor="b"/>
          <a:lstStyle>
            <a:lvl1pPr algn="ctr">
              <a:defRPr sz="31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203" y="2559782"/>
            <a:ext cx="3655219" cy="1176664"/>
          </a:xfrm>
        </p:spPr>
        <p:txBody>
          <a:bodyPr/>
          <a:lstStyle>
            <a:lvl1pPr marL="0" indent="0" algn="ctr">
              <a:buNone/>
              <a:defRPr sz="1279"/>
            </a:lvl1pPr>
            <a:lvl2pPr marL="243688" indent="0" algn="ctr">
              <a:buNone/>
              <a:defRPr sz="1066"/>
            </a:lvl2pPr>
            <a:lvl3pPr marL="487375" indent="0" algn="ctr">
              <a:buNone/>
              <a:defRPr sz="959"/>
            </a:lvl3pPr>
            <a:lvl4pPr marL="731063" indent="0" algn="ctr">
              <a:buNone/>
              <a:defRPr sz="853"/>
            </a:lvl4pPr>
            <a:lvl5pPr marL="974750" indent="0" algn="ctr">
              <a:buNone/>
              <a:defRPr sz="853"/>
            </a:lvl5pPr>
            <a:lvl6pPr marL="1218438" indent="0" algn="ctr">
              <a:buNone/>
              <a:defRPr sz="853"/>
            </a:lvl6pPr>
            <a:lvl7pPr marL="1462126" indent="0" algn="ctr">
              <a:buNone/>
              <a:defRPr sz="853"/>
            </a:lvl7pPr>
            <a:lvl8pPr marL="1705813" indent="0" algn="ctr">
              <a:buNone/>
              <a:defRPr sz="853"/>
            </a:lvl8pPr>
            <a:lvl9pPr marL="1949501" indent="0" algn="ctr">
              <a:buNone/>
              <a:defRPr sz="85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9E699-85A4-1347-82A5-EB98227483E4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2900C-37FD-5A4A-975D-04EE759ED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456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9E699-85A4-1347-82A5-EB98227483E4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2900C-37FD-5A4A-975D-04EE759ED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381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523" y="1215023"/>
            <a:ext cx="4203502" cy="2027292"/>
          </a:xfrm>
        </p:spPr>
        <p:txBody>
          <a:bodyPr anchor="b"/>
          <a:lstStyle>
            <a:lvl1pPr>
              <a:defRPr sz="31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2523" y="3261495"/>
            <a:ext cx="4203502" cy="1066105"/>
          </a:xfrm>
        </p:spPr>
        <p:txBody>
          <a:bodyPr/>
          <a:lstStyle>
            <a:lvl1pPr marL="0" indent="0">
              <a:buNone/>
              <a:defRPr sz="1279">
                <a:solidFill>
                  <a:schemeClr val="tx1">
                    <a:tint val="82000"/>
                  </a:schemeClr>
                </a:solidFill>
              </a:defRPr>
            </a:lvl1pPr>
            <a:lvl2pPr marL="243688" indent="0">
              <a:buNone/>
              <a:defRPr sz="1066">
                <a:solidFill>
                  <a:schemeClr val="tx1">
                    <a:tint val="82000"/>
                  </a:schemeClr>
                </a:solidFill>
              </a:defRPr>
            </a:lvl2pPr>
            <a:lvl3pPr marL="487375" indent="0">
              <a:buNone/>
              <a:defRPr sz="959">
                <a:solidFill>
                  <a:schemeClr val="tx1">
                    <a:tint val="82000"/>
                  </a:schemeClr>
                </a:solidFill>
              </a:defRPr>
            </a:lvl3pPr>
            <a:lvl4pPr marL="731063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4pPr>
            <a:lvl5pPr marL="974750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5pPr>
            <a:lvl6pPr marL="1218438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6pPr>
            <a:lvl7pPr marL="1462126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7pPr>
            <a:lvl8pPr marL="1705813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8pPr>
            <a:lvl9pPr marL="1949501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9E699-85A4-1347-82A5-EB98227483E4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2900C-37FD-5A4A-975D-04EE759ED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931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35062" y="1297377"/>
            <a:ext cx="2071291" cy="30922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67272" y="1297377"/>
            <a:ext cx="2071291" cy="30922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9E699-85A4-1347-82A5-EB98227483E4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2900C-37FD-5A4A-975D-04EE759ED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422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696" y="259476"/>
            <a:ext cx="4203502" cy="94200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697" y="1194715"/>
            <a:ext cx="2061771" cy="585512"/>
          </a:xfrm>
        </p:spPr>
        <p:txBody>
          <a:bodyPr anchor="b"/>
          <a:lstStyle>
            <a:lvl1pPr marL="0" indent="0">
              <a:buNone/>
              <a:defRPr sz="1279" b="1"/>
            </a:lvl1pPr>
            <a:lvl2pPr marL="243688" indent="0">
              <a:buNone/>
              <a:defRPr sz="1066" b="1"/>
            </a:lvl2pPr>
            <a:lvl3pPr marL="487375" indent="0">
              <a:buNone/>
              <a:defRPr sz="959" b="1"/>
            </a:lvl3pPr>
            <a:lvl4pPr marL="731063" indent="0">
              <a:buNone/>
              <a:defRPr sz="853" b="1"/>
            </a:lvl4pPr>
            <a:lvl5pPr marL="974750" indent="0">
              <a:buNone/>
              <a:defRPr sz="853" b="1"/>
            </a:lvl5pPr>
            <a:lvl6pPr marL="1218438" indent="0">
              <a:buNone/>
              <a:defRPr sz="853" b="1"/>
            </a:lvl6pPr>
            <a:lvl7pPr marL="1462126" indent="0">
              <a:buNone/>
              <a:defRPr sz="853" b="1"/>
            </a:lvl7pPr>
            <a:lvl8pPr marL="1705813" indent="0">
              <a:buNone/>
              <a:defRPr sz="853" b="1"/>
            </a:lvl8pPr>
            <a:lvl9pPr marL="1949501" indent="0">
              <a:buNone/>
              <a:defRPr sz="85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35697" y="1780227"/>
            <a:ext cx="2061771" cy="2618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467273" y="1194715"/>
            <a:ext cx="2071925" cy="585512"/>
          </a:xfrm>
        </p:spPr>
        <p:txBody>
          <a:bodyPr anchor="b"/>
          <a:lstStyle>
            <a:lvl1pPr marL="0" indent="0">
              <a:buNone/>
              <a:defRPr sz="1279" b="1"/>
            </a:lvl1pPr>
            <a:lvl2pPr marL="243688" indent="0">
              <a:buNone/>
              <a:defRPr sz="1066" b="1"/>
            </a:lvl2pPr>
            <a:lvl3pPr marL="487375" indent="0">
              <a:buNone/>
              <a:defRPr sz="959" b="1"/>
            </a:lvl3pPr>
            <a:lvl4pPr marL="731063" indent="0">
              <a:buNone/>
              <a:defRPr sz="853" b="1"/>
            </a:lvl4pPr>
            <a:lvl5pPr marL="974750" indent="0">
              <a:buNone/>
              <a:defRPr sz="853" b="1"/>
            </a:lvl5pPr>
            <a:lvl6pPr marL="1218438" indent="0">
              <a:buNone/>
              <a:defRPr sz="853" b="1"/>
            </a:lvl6pPr>
            <a:lvl7pPr marL="1462126" indent="0">
              <a:buNone/>
              <a:defRPr sz="853" b="1"/>
            </a:lvl7pPr>
            <a:lvl8pPr marL="1705813" indent="0">
              <a:buNone/>
              <a:defRPr sz="853" b="1"/>
            </a:lvl8pPr>
            <a:lvl9pPr marL="1949501" indent="0">
              <a:buNone/>
              <a:defRPr sz="85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467273" y="1780227"/>
            <a:ext cx="2071925" cy="2618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9E699-85A4-1347-82A5-EB98227483E4}" type="datetimeFigureOut">
              <a:rPr lang="en-US" smtClean="0"/>
              <a:t>1/13/26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2900C-37FD-5A4A-975D-04EE759ED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236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9E699-85A4-1347-82A5-EB98227483E4}" type="datetimeFigureOut">
              <a:rPr lang="en-US" smtClean="0"/>
              <a:t>1/13/26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2900C-37FD-5A4A-975D-04EE759ED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815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9E699-85A4-1347-82A5-EB98227483E4}" type="datetimeFigureOut">
              <a:rPr lang="en-US" smtClean="0"/>
              <a:t>1/13/26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2900C-37FD-5A4A-975D-04EE759ED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016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696" y="324908"/>
            <a:ext cx="1571871" cy="1137179"/>
          </a:xfrm>
        </p:spPr>
        <p:txBody>
          <a:bodyPr anchor="b"/>
          <a:lstStyle>
            <a:lvl1pPr>
              <a:defRPr sz="170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71925" y="701713"/>
            <a:ext cx="2467273" cy="3463433"/>
          </a:xfrm>
        </p:spPr>
        <p:txBody>
          <a:bodyPr/>
          <a:lstStyle>
            <a:lvl1pPr>
              <a:defRPr sz="1706"/>
            </a:lvl1pPr>
            <a:lvl2pPr>
              <a:defRPr sz="1492"/>
            </a:lvl2pPr>
            <a:lvl3pPr>
              <a:defRPr sz="1279"/>
            </a:lvl3pPr>
            <a:lvl4pPr>
              <a:defRPr sz="1066"/>
            </a:lvl4pPr>
            <a:lvl5pPr>
              <a:defRPr sz="1066"/>
            </a:lvl5pPr>
            <a:lvl6pPr>
              <a:defRPr sz="1066"/>
            </a:lvl6pPr>
            <a:lvl7pPr>
              <a:defRPr sz="1066"/>
            </a:lvl7pPr>
            <a:lvl8pPr>
              <a:defRPr sz="1066"/>
            </a:lvl8pPr>
            <a:lvl9pPr>
              <a:defRPr sz="106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35696" y="1462087"/>
            <a:ext cx="1571871" cy="2708698"/>
          </a:xfrm>
        </p:spPr>
        <p:txBody>
          <a:bodyPr/>
          <a:lstStyle>
            <a:lvl1pPr marL="0" indent="0">
              <a:buNone/>
              <a:defRPr sz="853"/>
            </a:lvl1pPr>
            <a:lvl2pPr marL="243688" indent="0">
              <a:buNone/>
              <a:defRPr sz="746"/>
            </a:lvl2pPr>
            <a:lvl3pPr marL="487375" indent="0">
              <a:buNone/>
              <a:defRPr sz="640"/>
            </a:lvl3pPr>
            <a:lvl4pPr marL="731063" indent="0">
              <a:buNone/>
              <a:defRPr sz="533"/>
            </a:lvl4pPr>
            <a:lvl5pPr marL="974750" indent="0">
              <a:buNone/>
              <a:defRPr sz="533"/>
            </a:lvl5pPr>
            <a:lvl6pPr marL="1218438" indent="0">
              <a:buNone/>
              <a:defRPr sz="533"/>
            </a:lvl6pPr>
            <a:lvl7pPr marL="1462126" indent="0">
              <a:buNone/>
              <a:defRPr sz="533"/>
            </a:lvl7pPr>
            <a:lvl8pPr marL="1705813" indent="0">
              <a:buNone/>
              <a:defRPr sz="533"/>
            </a:lvl8pPr>
            <a:lvl9pPr marL="1949501" indent="0">
              <a:buNone/>
              <a:defRPr sz="5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9E699-85A4-1347-82A5-EB98227483E4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2900C-37FD-5A4A-975D-04EE759ED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381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696" y="324908"/>
            <a:ext cx="1571871" cy="1137179"/>
          </a:xfrm>
        </p:spPr>
        <p:txBody>
          <a:bodyPr anchor="b"/>
          <a:lstStyle>
            <a:lvl1pPr>
              <a:defRPr sz="170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071925" y="701713"/>
            <a:ext cx="2467273" cy="3463433"/>
          </a:xfrm>
        </p:spPr>
        <p:txBody>
          <a:bodyPr anchor="t"/>
          <a:lstStyle>
            <a:lvl1pPr marL="0" indent="0">
              <a:buNone/>
              <a:defRPr sz="1706"/>
            </a:lvl1pPr>
            <a:lvl2pPr marL="243688" indent="0">
              <a:buNone/>
              <a:defRPr sz="1492"/>
            </a:lvl2pPr>
            <a:lvl3pPr marL="487375" indent="0">
              <a:buNone/>
              <a:defRPr sz="1279"/>
            </a:lvl3pPr>
            <a:lvl4pPr marL="731063" indent="0">
              <a:buNone/>
              <a:defRPr sz="1066"/>
            </a:lvl4pPr>
            <a:lvl5pPr marL="974750" indent="0">
              <a:buNone/>
              <a:defRPr sz="1066"/>
            </a:lvl5pPr>
            <a:lvl6pPr marL="1218438" indent="0">
              <a:buNone/>
              <a:defRPr sz="1066"/>
            </a:lvl6pPr>
            <a:lvl7pPr marL="1462126" indent="0">
              <a:buNone/>
              <a:defRPr sz="1066"/>
            </a:lvl7pPr>
            <a:lvl8pPr marL="1705813" indent="0">
              <a:buNone/>
              <a:defRPr sz="1066"/>
            </a:lvl8pPr>
            <a:lvl9pPr marL="1949501" indent="0">
              <a:buNone/>
              <a:defRPr sz="106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35696" y="1462087"/>
            <a:ext cx="1571871" cy="2708698"/>
          </a:xfrm>
        </p:spPr>
        <p:txBody>
          <a:bodyPr/>
          <a:lstStyle>
            <a:lvl1pPr marL="0" indent="0">
              <a:buNone/>
              <a:defRPr sz="853"/>
            </a:lvl1pPr>
            <a:lvl2pPr marL="243688" indent="0">
              <a:buNone/>
              <a:defRPr sz="746"/>
            </a:lvl2pPr>
            <a:lvl3pPr marL="487375" indent="0">
              <a:buNone/>
              <a:defRPr sz="640"/>
            </a:lvl3pPr>
            <a:lvl4pPr marL="731063" indent="0">
              <a:buNone/>
              <a:defRPr sz="533"/>
            </a:lvl4pPr>
            <a:lvl5pPr marL="974750" indent="0">
              <a:buNone/>
              <a:defRPr sz="533"/>
            </a:lvl5pPr>
            <a:lvl6pPr marL="1218438" indent="0">
              <a:buNone/>
              <a:defRPr sz="533"/>
            </a:lvl6pPr>
            <a:lvl7pPr marL="1462126" indent="0">
              <a:buNone/>
              <a:defRPr sz="533"/>
            </a:lvl7pPr>
            <a:lvl8pPr marL="1705813" indent="0">
              <a:buNone/>
              <a:defRPr sz="533"/>
            </a:lvl8pPr>
            <a:lvl9pPr marL="1949501" indent="0">
              <a:buNone/>
              <a:defRPr sz="5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9E699-85A4-1347-82A5-EB98227483E4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2900C-37FD-5A4A-975D-04EE759ED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767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9E699-85A4-1347-82A5-EB98227483E4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2900C-37FD-5A4A-975D-04EE759ED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829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487688" y="259475"/>
            <a:ext cx="1050875" cy="413017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5062" y="259475"/>
            <a:ext cx="3091706" cy="413017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9E699-85A4-1347-82A5-EB98227483E4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2900C-37FD-5A4A-975D-04EE759ED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138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062" y="259476"/>
            <a:ext cx="4203502" cy="9420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062" y="1297377"/>
            <a:ext cx="4203502" cy="30922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35062" y="4517130"/>
            <a:ext cx="1096566" cy="259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79E699-85A4-1347-82A5-EB98227483E4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14389" y="4517130"/>
            <a:ext cx="1644848" cy="259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441997" y="4517130"/>
            <a:ext cx="1096566" cy="259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22900C-37FD-5A4A-975D-04EE759ED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130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87375" rtl="0" eaLnBrk="1" latinLnBrk="0" hangingPunct="1">
        <a:lnSpc>
          <a:spcPct val="90000"/>
        </a:lnSpc>
        <a:spcBef>
          <a:spcPct val="0"/>
        </a:spcBef>
        <a:buNone/>
        <a:defRPr sz="234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1844" indent="-121844" algn="l" defTabSz="487375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492" kern="1200">
          <a:solidFill>
            <a:schemeClr val="tx1"/>
          </a:solidFill>
          <a:latin typeface="+mn-lt"/>
          <a:ea typeface="+mn-ea"/>
          <a:cs typeface="+mn-cs"/>
        </a:defRPr>
      </a:lvl1pPr>
      <a:lvl2pPr marL="365531" indent="-121844" algn="l" defTabSz="487375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1279" kern="1200">
          <a:solidFill>
            <a:schemeClr val="tx1"/>
          </a:solidFill>
          <a:latin typeface="+mn-lt"/>
          <a:ea typeface="+mn-ea"/>
          <a:cs typeface="+mn-cs"/>
        </a:defRPr>
      </a:lvl2pPr>
      <a:lvl3pPr marL="609219" indent="-121844" algn="l" defTabSz="487375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1066" kern="1200">
          <a:solidFill>
            <a:schemeClr val="tx1"/>
          </a:solidFill>
          <a:latin typeface="+mn-lt"/>
          <a:ea typeface="+mn-ea"/>
          <a:cs typeface="+mn-cs"/>
        </a:defRPr>
      </a:lvl3pPr>
      <a:lvl4pPr marL="852907" indent="-121844" algn="l" defTabSz="487375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59" kern="1200">
          <a:solidFill>
            <a:schemeClr val="tx1"/>
          </a:solidFill>
          <a:latin typeface="+mn-lt"/>
          <a:ea typeface="+mn-ea"/>
          <a:cs typeface="+mn-cs"/>
        </a:defRPr>
      </a:lvl4pPr>
      <a:lvl5pPr marL="1096594" indent="-121844" algn="l" defTabSz="487375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59" kern="1200">
          <a:solidFill>
            <a:schemeClr val="tx1"/>
          </a:solidFill>
          <a:latin typeface="+mn-lt"/>
          <a:ea typeface="+mn-ea"/>
          <a:cs typeface="+mn-cs"/>
        </a:defRPr>
      </a:lvl5pPr>
      <a:lvl6pPr marL="1340282" indent="-121844" algn="l" defTabSz="487375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59" kern="1200">
          <a:solidFill>
            <a:schemeClr val="tx1"/>
          </a:solidFill>
          <a:latin typeface="+mn-lt"/>
          <a:ea typeface="+mn-ea"/>
          <a:cs typeface="+mn-cs"/>
        </a:defRPr>
      </a:lvl6pPr>
      <a:lvl7pPr marL="1583969" indent="-121844" algn="l" defTabSz="487375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59" kern="1200">
          <a:solidFill>
            <a:schemeClr val="tx1"/>
          </a:solidFill>
          <a:latin typeface="+mn-lt"/>
          <a:ea typeface="+mn-ea"/>
          <a:cs typeface="+mn-cs"/>
        </a:defRPr>
      </a:lvl7pPr>
      <a:lvl8pPr marL="1827657" indent="-121844" algn="l" defTabSz="487375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59" kern="1200">
          <a:solidFill>
            <a:schemeClr val="tx1"/>
          </a:solidFill>
          <a:latin typeface="+mn-lt"/>
          <a:ea typeface="+mn-ea"/>
          <a:cs typeface="+mn-cs"/>
        </a:defRPr>
      </a:lvl8pPr>
      <a:lvl9pPr marL="2071345" indent="-121844" algn="l" defTabSz="487375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5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7375" rtl="0" eaLnBrk="1" latinLnBrk="0" hangingPunct="1">
        <a:defRPr sz="959" kern="1200">
          <a:solidFill>
            <a:schemeClr val="tx1"/>
          </a:solidFill>
          <a:latin typeface="+mn-lt"/>
          <a:ea typeface="+mn-ea"/>
          <a:cs typeface="+mn-cs"/>
        </a:defRPr>
      </a:lvl1pPr>
      <a:lvl2pPr marL="243688" algn="l" defTabSz="487375" rtl="0" eaLnBrk="1" latinLnBrk="0" hangingPunct="1">
        <a:defRPr sz="959" kern="1200">
          <a:solidFill>
            <a:schemeClr val="tx1"/>
          </a:solidFill>
          <a:latin typeface="+mn-lt"/>
          <a:ea typeface="+mn-ea"/>
          <a:cs typeface="+mn-cs"/>
        </a:defRPr>
      </a:lvl2pPr>
      <a:lvl3pPr marL="487375" algn="l" defTabSz="487375" rtl="0" eaLnBrk="1" latinLnBrk="0" hangingPunct="1">
        <a:defRPr sz="959" kern="1200">
          <a:solidFill>
            <a:schemeClr val="tx1"/>
          </a:solidFill>
          <a:latin typeface="+mn-lt"/>
          <a:ea typeface="+mn-ea"/>
          <a:cs typeface="+mn-cs"/>
        </a:defRPr>
      </a:lvl3pPr>
      <a:lvl4pPr marL="731063" algn="l" defTabSz="487375" rtl="0" eaLnBrk="1" latinLnBrk="0" hangingPunct="1">
        <a:defRPr sz="959" kern="1200">
          <a:solidFill>
            <a:schemeClr val="tx1"/>
          </a:solidFill>
          <a:latin typeface="+mn-lt"/>
          <a:ea typeface="+mn-ea"/>
          <a:cs typeface="+mn-cs"/>
        </a:defRPr>
      </a:lvl4pPr>
      <a:lvl5pPr marL="974750" algn="l" defTabSz="487375" rtl="0" eaLnBrk="1" latinLnBrk="0" hangingPunct="1">
        <a:defRPr sz="959" kern="1200">
          <a:solidFill>
            <a:schemeClr val="tx1"/>
          </a:solidFill>
          <a:latin typeface="+mn-lt"/>
          <a:ea typeface="+mn-ea"/>
          <a:cs typeface="+mn-cs"/>
        </a:defRPr>
      </a:lvl5pPr>
      <a:lvl6pPr marL="1218438" algn="l" defTabSz="487375" rtl="0" eaLnBrk="1" latinLnBrk="0" hangingPunct="1">
        <a:defRPr sz="959" kern="1200">
          <a:solidFill>
            <a:schemeClr val="tx1"/>
          </a:solidFill>
          <a:latin typeface="+mn-lt"/>
          <a:ea typeface="+mn-ea"/>
          <a:cs typeface="+mn-cs"/>
        </a:defRPr>
      </a:lvl6pPr>
      <a:lvl7pPr marL="1462126" algn="l" defTabSz="487375" rtl="0" eaLnBrk="1" latinLnBrk="0" hangingPunct="1">
        <a:defRPr sz="959" kern="1200">
          <a:solidFill>
            <a:schemeClr val="tx1"/>
          </a:solidFill>
          <a:latin typeface="+mn-lt"/>
          <a:ea typeface="+mn-ea"/>
          <a:cs typeface="+mn-cs"/>
        </a:defRPr>
      </a:lvl7pPr>
      <a:lvl8pPr marL="1705813" algn="l" defTabSz="487375" rtl="0" eaLnBrk="1" latinLnBrk="0" hangingPunct="1">
        <a:defRPr sz="959" kern="1200">
          <a:solidFill>
            <a:schemeClr val="tx1"/>
          </a:solidFill>
          <a:latin typeface="+mn-lt"/>
          <a:ea typeface="+mn-ea"/>
          <a:cs typeface="+mn-cs"/>
        </a:defRPr>
      </a:lvl8pPr>
      <a:lvl9pPr marL="1949501" algn="l" defTabSz="487375" rtl="0" eaLnBrk="1" latinLnBrk="0" hangingPunct="1">
        <a:defRPr sz="95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52CD40-DA2B-D905-99D6-254725FD8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FD04620C-D1E4-4285-5AE7-48F7F31EE154}"/>
              </a:ext>
            </a:extLst>
          </p:cNvPr>
          <p:cNvGrpSpPr/>
          <p:nvPr/>
        </p:nvGrpSpPr>
        <p:grpSpPr>
          <a:xfrm>
            <a:off x="528508" y="259290"/>
            <a:ext cx="3816608" cy="4355044"/>
            <a:chOff x="754913" y="1772904"/>
            <a:chExt cx="3154327" cy="3599330"/>
          </a:xfrm>
          <a:solidFill>
            <a:schemeClr val="bg1"/>
          </a:solidFill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2D6973CA-C802-C1B9-379B-93D67EDB0233}"/>
                </a:ext>
              </a:extLst>
            </p:cNvPr>
            <p:cNvGrpSpPr/>
            <p:nvPr/>
          </p:nvGrpSpPr>
          <p:grpSpPr>
            <a:xfrm rot="900000">
              <a:off x="754913" y="1772904"/>
              <a:ext cx="3154327" cy="3482308"/>
              <a:chOff x="3916392" y="769471"/>
              <a:chExt cx="4987887" cy="5506517"/>
            </a:xfrm>
            <a:grpFill/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C32A5422-E285-1C84-B785-B9133BD97732}"/>
                  </a:ext>
                </a:extLst>
              </p:cNvPr>
              <p:cNvGrpSpPr/>
              <p:nvPr/>
            </p:nvGrpSpPr>
            <p:grpSpPr>
              <a:xfrm>
                <a:off x="3916392" y="1440941"/>
                <a:ext cx="4987887" cy="4161536"/>
                <a:chOff x="6521447" y="1440938"/>
                <a:chExt cx="4032037" cy="3364037"/>
              </a:xfrm>
              <a:grpFill/>
            </p:grpSpPr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23FE9CF0-F1F7-9C50-4900-BE161547D1BA}"/>
                    </a:ext>
                  </a:extLst>
                </p:cNvPr>
                <p:cNvSpPr/>
                <p:nvPr/>
              </p:nvSpPr>
              <p:spPr>
                <a:xfrm rot="19800000">
                  <a:off x="6521448" y="1440938"/>
                  <a:ext cx="2177480" cy="215151"/>
                </a:xfrm>
                <a:prstGeom prst="rect">
                  <a:avLst/>
                </a:prstGeom>
                <a:grpFill/>
                <a:ln w="571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58A2543F-96FA-9CC7-94A4-A0F6A5A19F5D}"/>
                    </a:ext>
                  </a:extLst>
                </p:cNvPr>
                <p:cNvSpPr/>
                <p:nvPr/>
              </p:nvSpPr>
              <p:spPr>
                <a:xfrm rot="19800000">
                  <a:off x="8376004" y="4589823"/>
                  <a:ext cx="2177479" cy="215152"/>
                </a:xfrm>
                <a:prstGeom prst="rect">
                  <a:avLst/>
                </a:prstGeom>
                <a:grpFill/>
                <a:ln w="571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DB85C562-88B6-44DE-A3F5-A77E1A12C520}"/>
                    </a:ext>
                  </a:extLst>
                </p:cNvPr>
                <p:cNvSpPr/>
                <p:nvPr/>
              </p:nvSpPr>
              <p:spPr>
                <a:xfrm rot="1800000" flipH="1">
                  <a:off x="8376004" y="1440938"/>
                  <a:ext cx="2177480" cy="215151"/>
                </a:xfrm>
                <a:prstGeom prst="rect">
                  <a:avLst/>
                </a:prstGeom>
                <a:grpFill/>
                <a:ln w="571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BE1A02DF-0B59-B5E2-EE41-0C0D34C695A0}"/>
                    </a:ext>
                  </a:extLst>
                </p:cNvPr>
                <p:cNvSpPr/>
                <p:nvPr/>
              </p:nvSpPr>
              <p:spPr>
                <a:xfrm rot="1800000" flipH="1">
                  <a:off x="6521447" y="4589823"/>
                  <a:ext cx="2177479" cy="215152"/>
                </a:xfrm>
                <a:prstGeom prst="rect">
                  <a:avLst/>
                </a:prstGeom>
                <a:grpFill/>
                <a:ln w="571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BE0B0D0B-AABC-7442-F78E-101B6FFED06F}"/>
                    </a:ext>
                  </a:extLst>
                </p:cNvPr>
                <p:cNvSpPr/>
                <p:nvPr/>
              </p:nvSpPr>
              <p:spPr>
                <a:xfrm rot="5400000" flipH="1">
                  <a:off x="5619479" y="3015380"/>
                  <a:ext cx="2177479" cy="215152"/>
                </a:xfrm>
                <a:prstGeom prst="rect">
                  <a:avLst/>
                </a:prstGeom>
                <a:grpFill/>
                <a:ln w="571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E9A92338-6D20-070C-154F-354B2063F24A}"/>
                    </a:ext>
                  </a:extLst>
                </p:cNvPr>
                <p:cNvSpPr/>
                <p:nvPr/>
              </p:nvSpPr>
              <p:spPr>
                <a:xfrm rot="5400000" flipH="1">
                  <a:off x="9271531" y="3015381"/>
                  <a:ext cx="2177479" cy="215152"/>
                </a:xfrm>
                <a:prstGeom prst="rect">
                  <a:avLst/>
                </a:prstGeom>
                <a:grpFill/>
                <a:ln w="571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239A8F3B-AF9C-DAC2-E11E-5ED662C9341C}"/>
                  </a:ext>
                </a:extLst>
              </p:cNvPr>
              <p:cNvSpPr/>
              <p:nvPr/>
            </p:nvSpPr>
            <p:spPr>
              <a:xfrm>
                <a:off x="6340375" y="769471"/>
                <a:ext cx="141216" cy="141216"/>
              </a:xfrm>
              <a:prstGeom prst="ellipse">
                <a:avLst/>
              </a:prstGeom>
              <a:grpFill/>
              <a:ln w="571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DFB36E5-1B22-B09C-92A5-0BD0A641955E}"/>
                  </a:ext>
                </a:extLst>
              </p:cNvPr>
              <p:cNvSpPr/>
              <p:nvPr/>
            </p:nvSpPr>
            <p:spPr>
              <a:xfrm>
                <a:off x="6340375" y="6134772"/>
                <a:ext cx="141216" cy="141216"/>
              </a:xfrm>
              <a:prstGeom prst="ellipse">
                <a:avLst/>
              </a:prstGeom>
              <a:grpFill/>
              <a:ln w="571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A7481153-022D-6876-4CE8-4173470B7C83}"/>
                  </a:ext>
                </a:extLst>
              </p:cNvPr>
              <p:cNvSpPr/>
              <p:nvPr/>
            </p:nvSpPr>
            <p:spPr>
              <a:xfrm>
                <a:off x="4014362" y="4791585"/>
                <a:ext cx="141216" cy="141216"/>
              </a:xfrm>
              <a:prstGeom prst="ellipse">
                <a:avLst/>
              </a:prstGeom>
              <a:grpFill/>
              <a:ln w="571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48A12059-4DE5-7769-FA9B-5C816B26272D}"/>
                  </a:ext>
                </a:extLst>
              </p:cNvPr>
              <p:cNvSpPr/>
              <p:nvPr/>
            </p:nvSpPr>
            <p:spPr>
              <a:xfrm>
                <a:off x="8655277" y="4798929"/>
                <a:ext cx="141216" cy="141216"/>
              </a:xfrm>
              <a:prstGeom prst="ellipse">
                <a:avLst/>
              </a:prstGeom>
              <a:grpFill/>
              <a:ln w="571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0303137C-01FE-3840-BF44-A5716F014F2F}"/>
                  </a:ext>
                </a:extLst>
              </p:cNvPr>
              <p:cNvSpPr/>
              <p:nvPr/>
            </p:nvSpPr>
            <p:spPr>
              <a:xfrm>
                <a:off x="4014362" y="2110604"/>
                <a:ext cx="141216" cy="141216"/>
              </a:xfrm>
              <a:prstGeom prst="ellipse">
                <a:avLst/>
              </a:prstGeom>
              <a:grpFill/>
              <a:ln w="571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EE1DC1FF-09F6-FD64-B3CC-41196751A8F1}"/>
                  </a:ext>
                </a:extLst>
              </p:cNvPr>
              <p:cNvSpPr/>
              <p:nvPr/>
            </p:nvSpPr>
            <p:spPr>
              <a:xfrm>
                <a:off x="8655277" y="2105248"/>
                <a:ext cx="141216" cy="141216"/>
              </a:xfrm>
              <a:prstGeom prst="ellipse">
                <a:avLst/>
              </a:prstGeom>
              <a:grpFill/>
              <a:ln w="571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FAE8B63-29A0-2AEC-12DA-7518707F5901}"/>
                </a:ext>
              </a:extLst>
            </p:cNvPr>
            <p:cNvSpPr/>
            <p:nvPr/>
          </p:nvSpPr>
          <p:spPr>
            <a:xfrm rot="2700000" flipH="1">
              <a:off x="3318853" y="4845759"/>
              <a:ext cx="884634" cy="168315"/>
            </a:xfrm>
            <a:prstGeom prst="rect">
              <a:avLst/>
            </a:prstGeom>
            <a:grpFill/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96148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75091-6140-DF37-6931-F7DCCB11A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E7BBDE4-F105-8C3B-54B6-905EA25B2D33}"/>
              </a:ext>
            </a:extLst>
          </p:cNvPr>
          <p:cNvGrpSpPr/>
          <p:nvPr/>
        </p:nvGrpSpPr>
        <p:grpSpPr>
          <a:xfrm>
            <a:off x="528508" y="259290"/>
            <a:ext cx="3816608" cy="4355044"/>
            <a:chOff x="754913" y="1772904"/>
            <a:chExt cx="3154327" cy="3599330"/>
          </a:xfrm>
          <a:solidFill>
            <a:schemeClr val="tx1"/>
          </a:solidFill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EA27274A-5C88-D25C-71E8-0955C851AB10}"/>
                </a:ext>
              </a:extLst>
            </p:cNvPr>
            <p:cNvGrpSpPr/>
            <p:nvPr/>
          </p:nvGrpSpPr>
          <p:grpSpPr>
            <a:xfrm rot="900000">
              <a:off x="754913" y="1772904"/>
              <a:ext cx="3154327" cy="3482308"/>
              <a:chOff x="3916392" y="769471"/>
              <a:chExt cx="4987887" cy="5506517"/>
            </a:xfrm>
            <a:grpFill/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2AC201DF-CFE1-D976-FC6F-440BC0AD9076}"/>
                  </a:ext>
                </a:extLst>
              </p:cNvPr>
              <p:cNvGrpSpPr/>
              <p:nvPr/>
            </p:nvGrpSpPr>
            <p:grpSpPr>
              <a:xfrm>
                <a:off x="3916392" y="1440941"/>
                <a:ext cx="4987887" cy="4161536"/>
                <a:chOff x="6521447" y="1440938"/>
                <a:chExt cx="4032037" cy="3364037"/>
              </a:xfrm>
              <a:grpFill/>
            </p:grpSpPr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2C498E00-FCD8-1BC2-5935-9071943EC3EE}"/>
                    </a:ext>
                  </a:extLst>
                </p:cNvPr>
                <p:cNvSpPr/>
                <p:nvPr/>
              </p:nvSpPr>
              <p:spPr>
                <a:xfrm rot="19800000">
                  <a:off x="6521448" y="1440938"/>
                  <a:ext cx="2177480" cy="215151"/>
                </a:xfrm>
                <a:prstGeom prst="rect">
                  <a:avLst/>
                </a:prstGeom>
                <a:grpFill/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F9DACD18-693E-84E8-2698-5AF6439C0416}"/>
                    </a:ext>
                  </a:extLst>
                </p:cNvPr>
                <p:cNvSpPr/>
                <p:nvPr/>
              </p:nvSpPr>
              <p:spPr>
                <a:xfrm rot="19800000">
                  <a:off x="8376004" y="4589823"/>
                  <a:ext cx="2177479" cy="215152"/>
                </a:xfrm>
                <a:prstGeom prst="rect">
                  <a:avLst/>
                </a:prstGeom>
                <a:grpFill/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25C0E468-3266-E5CA-DCD5-2BF69AD2BD53}"/>
                    </a:ext>
                  </a:extLst>
                </p:cNvPr>
                <p:cNvSpPr/>
                <p:nvPr/>
              </p:nvSpPr>
              <p:spPr>
                <a:xfrm rot="1800000" flipH="1">
                  <a:off x="8376004" y="1440938"/>
                  <a:ext cx="2177480" cy="215151"/>
                </a:xfrm>
                <a:prstGeom prst="rect">
                  <a:avLst/>
                </a:prstGeom>
                <a:grpFill/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E7D51007-9DA8-FB59-C338-13796372754E}"/>
                    </a:ext>
                  </a:extLst>
                </p:cNvPr>
                <p:cNvSpPr/>
                <p:nvPr/>
              </p:nvSpPr>
              <p:spPr>
                <a:xfrm rot="1800000" flipH="1">
                  <a:off x="6521447" y="4589823"/>
                  <a:ext cx="2177479" cy="215152"/>
                </a:xfrm>
                <a:prstGeom prst="rect">
                  <a:avLst/>
                </a:prstGeom>
                <a:grpFill/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C8EAD574-3F0D-F6AB-6A59-D807DB6EE2F1}"/>
                    </a:ext>
                  </a:extLst>
                </p:cNvPr>
                <p:cNvSpPr/>
                <p:nvPr/>
              </p:nvSpPr>
              <p:spPr>
                <a:xfrm rot="5400000" flipH="1">
                  <a:off x="5619479" y="3015380"/>
                  <a:ext cx="2177479" cy="215152"/>
                </a:xfrm>
                <a:prstGeom prst="rect">
                  <a:avLst/>
                </a:prstGeom>
                <a:grpFill/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672D3B93-E8F6-86B9-58E0-3B7321CD4D1D}"/>
                    </a:ext>
                  </a:extLst>
                </p:cNvPr>
                <p:cNvSpPr/>
                <p:nvPr/>
              </p:nvSpPr>
              <p:spPr>
                <a:xfrm rot="5400000" flipH="1">
                  <a:off x="9271531" y="3015381"/>
                  <a:ext cx="2177479" cy="215152"/>
                </a:xfrm>
                <a:prstGeom prst="rect">
                  <a:avLst/>
                </a:prstGeom>
                <a:grpFill/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8EAB9633-4388-66AF-E77B-0B37691A0E3F}"/>
                  </a:ext>
                </a:extLst>
              </p:cNvPr>
              <p:cNvSpPr/>
              <p:nvPr/>
            </p:nvSpPr>
            <p:spPr>
              <a:xfrm>
                <a:off x="6340375" y="769471"/>
                <a:ext cx="141216" cy="141216"/>
              </a:xfrm>
              <a:prstGeom prst="ellipse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623E3FFF-FF83-D25B-8E9D-5DF38B3F65FF}"/>
                  </a:ext>
                </a:extLst>
              </p:cNvPr>
              <p:cNvSpPr/>
              <p:nvPr/>
            </p:nvSpPr>
            <p:spPr>
              <a:xfrm>
                <a:off x="6340375" y="6134772"/>
                <a:ext cx="141216" cy="141216"/>
              </a:xfrm>
              <a:prstGeom prst="ellipse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35662EB4-C31D-D80C-ABC2-0D939705F5F1}"/>
                  </a:ext>
                </a:extLst>
              </p:cNvPr>
              <p:cNvSpPr/>
              <p:nvPr/>
            </p:nvSpPr>
            <p:spPr>
              <a:xfrm>
                <a:off x="4014362" y="4791585"/>
                <a:ext cx="141216" cy="141216"/>
              </a:xfrm>
              <a:prstGeom prst="ellipse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1D98FCEE-E105-6D19-AB8D-FC21EE5242CF}"/>
                  </a:ext>
                </a:extLst>
              </p:cNvPr>
              <p:cNvSpPr/>
              <p:nvPr/>
            </p:nvSpPr>
            <p:spPr>
              <a:xfrm>
                <a:off x="8655277" y="4798929"/>
                <a:ext cx="141216" cy="141216"/>
              </a:xfrm>
              <a:prstGeom prst="ellipse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643BFB2-160F-2858-E216-DC6320BAB1B2}"/>
                  </a:ext>
                </a:extLst>
              </p:cNvPr>
              <p:cNvSpPr/>
              <p:nvPr/>
            </p:nvSpPr>
            <p:spPr>
              <a:xfrm>
                <a:off x="4014362" y="2110604"/>
                <a:ext cx="141216" cy="141216"/>
              </a:xfrm>
              <a:prstGeom prst="ellipse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92921F7-FFB1-AD0A-F52B-5516E8C0032C}"/>
                  </a:ext>
                </a:extLst>
              </p:cNvPr>
              <p:cNvSpPr/>
              <p:nvPr/>
            </p:nvSpPr>
            <p:spPr>
              <a:xfrm>
                <a:off x="8655277" y="2105248"/>
                <a:ext cx="141216" cy="141216"/>
              </a:xfrm>
              <a:prstGeom prst="ellipse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07B2DD7-F715-6C67-94C0-FFD28144C4E5}"/>
                </a:ext>
              </a:extLst>
            </p:cNvPr>
            <p:cNvSpPr/>
            <p:nvPr/>
          </p:nvSpPr>
          <p:spPr>
            <a:xfrm rot="2700000" flipH="1">
              <a:off x="3318853" y="4845759"/>
              <a:ext cx="884634" cy="168315"/>
            </a:xfrm>
            <a:prstGeom prst="rect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7756547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</TotalTime>
  <Words>0</Words>
  <Application>Microsoft Macintosh PowerPoint</Application>
  <PresentationFormat>Custom</PresentationFormat>
  <Paragraphs>0</Paragraphs>
  <Slides>2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AmirM Cheraghali</dc:creator>
  <cp:lastModifiedBy>AmirM Cheraghali</cp:lastModifiedBy>
  <cp:revision>3</cp:revision>
  <dcterms:created xsi:type="dcterms:W3CDTF">2026-01-13T16:30:19Z</dcterms:created>
  <dcterms:modified xsi:type="dcterms:W3CDTF">2026-01-13T16:57:19Z</dcterms:modified>
</cp:coreProperties>
</file>