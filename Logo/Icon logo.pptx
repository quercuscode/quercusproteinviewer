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4873625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50" d="100"/>
          <a:sy n="150" d="100"/>
        </p:scale>
        <p:origin x="30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522" y="797605"/>
            <a:ext cx="4142581" cy="1696744"/>
          </a:xfrm>
        </p:spPr>
        <p:txBody>
          <a:bodyPr anchor="b"/>
          <a:lstStyle>
            <a:lvl1pPr algn="ctr"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203" y="2559782"/>
            <a:ext cx="3655219" cy="1176664"/>
          </a:xfrm>
        </p:spPr>
        <p:txBody>
          <a:bodyPr/>
          <a:lstStyle>
            <a:lvl1pPr marL="0" indent="0" algn="ctr">
              <a:buNone/>
              <a:defRPr sz="1279"/>
            </a:lvl1pPr>
            <a:lvl2pPr marL="243688" indent="0" algn="ctr">
              <a:buNone/>
              <a:defRPr sz="1066"/>
            </a:lvl2pPr>
            <a:lvl3pPr marL="487375" indent="0" algn="ctr">
              <a:buNone/>
              <a:defRPr sz="959"/>
            </a:lvl3pPr>
            <a:lvl4pPr marL="731063" indent="0" algn="ctr">
              <a:buNone/>
              <a:defRPr sz="853"/>
            </a:lvl4pPr>
            <a:lvl5pPr marL="974750" indent="0" algn="ctr">
              <a:buNone/>
              <a:defRPr sz="853"/>
            </a:lvl5pPr>
            <a:lvl6pPr marL="1218438" indent="0" algn="ctr">
              <a:buNone/>
              <a:defRPr sz="853"/>
            </a:lvl6pPr>
            <a:lvl7pPr marL="1462126" indent="0" algn="ctr">
              <a:buNone/>
              <a:defRPr sz="853"/>
            </a:lvl7pPr>
            <a:lvl8pPr marL="1705813" indent="0" algn="ctr">
              <a:buNone/>
              <a:defRPr sz="853"/>
            </a:lvl8pPr>
            <a:lvl9pPr marL="1949501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5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8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23" y="1215023"/>
            <a:ext cx="4203502" cy="2027292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523" y="3261495"/>
            <a:ext cx="4203502" cy="1066105"/>
          </a:xfrm>
        </p:spPr>
        <p:txBody>
          <a:bodyPr/>
          <a:lstStyle>
            <a:lvl1pPr marL="0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1pPr>
            <a:lvl2pPr marL="243688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2pPr>
            <a:lvl3pPr marL="487375" indent="0">
              <a:buNone/>
              <a:defRPr sz="959">
                <a:solidFill>
                  <a:schemeClr val="tx1">
                    <a:tint val="82000"/>
                  </a:schemeClr>
                </a:solidFill>
              </a:defRPr>
            </a:lvl3pPr>
            <a:lvl4pPr marL="73106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4750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843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126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581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49501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06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7272" y="1297377"/>
            <a:ext cx="2071291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2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259476"/>
            <a:ext cx="4203502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97" y="1194715"/>
            <a:ext cx="2061771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697" y="1780227"/>
            <a:ext cx="2061771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7273" y="1194715"/>
            <a:ext cx="2071925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7273" y="1780227"/>
            <a:ext cx="2071925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925" y="701713"/>
            <a:ext cx="2467273" cy="3463433"/>
          </a:xfrm>
        </p:spPr>
        <p:txBody>
          <a:bodyPr/>
          <a:lstStyle>
            <a:lvl1pPr>
              <a:defRPr sz="1706"/>
            </a:lvl1pPr>
            <a:lvl2pPr>
              <a:defRPr sz="1492"/>
            </a:lvl2pPr>
            <a:lvl3pPr>
              <a:defRPr sz="1279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8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1925" y="701713"/>
            <a:ext cx="2467273" cy="3463433"/>
          </a:xfrm>
        </p:spPr>
        <p:txBody>
          <a:bodyPr anchor="t"/>
          <a:lstStyle>
            <a:lvl1pPr marL="0" indent="0">
              <a:buNone/>
              <a:defRPr sz="1706"/>
            </a:lvl1pPr>
            <a:lvl2pPr marL="243688" indent="0">
              <a:buNone/>
              <a:defRPr sz="1492"/>
            </a:lvl2pPr>
            <a:lvl3pPr marL="487375" indent="0">
              <a:buNone/>
              <a:defRPr sz="1279"/>
            </a:lvl3pPr>
            <a:lvl4pPr marL="731063" indent="0">
              <a:buNone/>
              <a:defRPr sz="1066"/>
            </a:lvl4pPr>
            <a:lvl5pPr marL="974750" indent="0">
              <a:buNone/>
              <a:defRPr sz="1066"/>
            </a:lvl5pPr>
            <a:lvl6pPr marL="1218438" indent="0">
              <a:buNone/>
              <a:defRPr sz="1066"/>
            </a:lvl6pPr>
            <a:lvl7pPr marL="1462126" indent="0">
              <a:buNone/>
              <a:defRPr sz="1066"/>
            </a:lvl7pPr>
            <a:lvl8pPr marL="1705813" indent="0">
              <a:buNone/>
              <a:defRPr sz="1066"/>
            </a:lvl8pPr>
            <a:lvl9pPr marL="1949501" indent="0">
              <a:buNone/>
              <a:defRPr sz="1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7688" y="259475"/>
            <a:ext cx="1050875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062" y="259475"/>
            <a:ext cx="3091706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062" y="259476"/>
            <a:ext cx="4203502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062" y="1297377"/>
            <a:ext cx="4203502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062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9E699-85A4-1347-82A5-EB98227483E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4389" y="4517130"/>
            <a:ext cx="1644848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1997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2900C-37FD-5A4A-975D-04EE759ED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375" rtl="0" eaLnBrk="1" latinLnBrk="0" hangingPunct="1">
        <a:lnSpc>
          <a:spcPct val="90000"/>
        </a:lnSpc>
        <a:spcBef>
          <a:spcPct val="0"/>
        </a:spcBef>
        <a:buNone/>
        <a:defRPr sz="23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844" indent="-121844" algn="l" defTabSz="487375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2" kern="1200">
          <a:solidFill>
            <a:schemeClr val="tx1"/>
          </a:solidFill>
          <a:latin typeface="+mn-lt"/>
          <a:ea typeface="+mn-ea"/>
          <a:cs typeface="+mn-cs"/>
        </a:defRPr>
      </a:lvl1pPr>
      <a:lvl2pPr marL="365531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0921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3pPr>
      <a:lvl4pPr marL="85290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1096594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340282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58396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82765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2071345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1pPr>
      <a:lvl2pPr marL="24368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2pPr>
      <a:lvl3pPr marL="487375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3pPr>
      <a:lvl4pPr marL="73106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97475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21843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462126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70581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1949501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2CD40-DA2B-D905-99D6-254725FD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D04620C-D1E4-4285-5AE7-48F7F31EE154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bg1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D6973CA-C802-C1B9-379B-93D67EDB0233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32A5422-E285-1C84-B785-B9133BD97732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3FE9CF0-F1F7-9C50-4900-BE161547D1BA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8A2543F-96FA-9CC7-94A4-A0F6A5A19F5D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B85C562-88B6-44DE-A3F5-A77E1A12C520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E1A02DF-0B59-B5E2-EE41-0C0D34C695A0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E0B0D0B-AABC-7442-F78E-101B6FFED06F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9A92338-6D20-070C-154F-354B2063F24A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39A8F3B-AF9C-DAC2-E11E-5ED662C9341C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DFB36E5-1B22-B09C-92A5-0BD0A641955E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7481153-022D-6876-4CE8-4173470B7C83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8A12059-4DE5-7769-FA9B-5C816B26272D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03137C-01FE-3840-BF44-A5716F014F2F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1DC1FF-09F6-FD64-B3CC-41196751A8F1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AE8B63-29A0-2AEC-12DA-7518707F5901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9614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5091-6140-DF37-6931-F7DCCB11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E7BBDE4-F105-8C3B-54B6-905EA25B2D33}"/>
              </a:ext>
            </a:extLst>
          </p:cNvPr>
          <p:cNvGrpSpPr/>
          <p:nvPr/>
        </p:nvGrpSpPr>
        <p:grpSpPr>
          <a:xfrm>
            <a:off x="528508" y="259290"/>
            <a:ext cx="3816608" cy="4355044"/>
            <a:chOff x="754913" y="1772904"/>
            <a:chExt cx="3154327" cy="3599330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7274A-5C88-D25C-71E8-0955C851AB10}"/>
                </a:ext>
              </a:extLst>
            </p:cNvPr>
            <p:cNvGrpSpPr/>
            <p:nvPr/>
          </p:nvGrpSpPr>
          <p:grpSpPr>
            <a:xfrm rot="900000">
              <a:off x="754913" y="1772904"/>
              <a:ext cx="3154327" cy="3482308"/>
              <a:chOff x="3916392" y="769471"/>
              <a:chExt cx="4987887" cy="5506517"/>
            </a:xfrm>
            <a:grpFill/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AC201DF-CFE1-D976-FC6F-440BC0AD9076}"/>
                  </a:ext>
                </a:extLst>
              </p:cNvPr>
              <p:cNvGrpSpPr/>
              <p:nvPr/>
            </p:nvGrpSpPr>
            <p:grpSpPr>
              <a:xfrm>
                <a:off x="3916392" y="1440941"/>
                <a:ext cx="4987887" cy="4161536"/>
                <a:chOff x="6521447" y="1440938"/>
                <a:chExt cx="4032037" cy="3364037"/>
              </a:xfrm>
              <a:grpFill/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498E00-FCD8-1BC2-5935-9071943EC3EE}"/>
                    </a:ext>
                  </a:extLst>
                </p:cNvPr>
                <p:cNvSpPr/>
                <p:nvPr/>
              </p:nvSpPr>
              <p:spPr>
                <a:xfrm rot="19800000">
                  <a:off x="6521448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9DACD18-693E-84E8-2698-5AF6439C0416}"/>
                    </a:ext>
                  </a:extLst>
                </p:cNvPr>
                <p:cNvSpPr/>
                <p:nvPr/>
              </p:nvSpPr>
              <p:spPr>
                <a:xfrm rot="19800000">
                  <a:off x="8376004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5C0E468-3266-E5CA-DCD5-2BF69AD2BD53}"/>
                    </a:ext>
                  </a:extLst>
                </p:cNvPr>
                <p:cNvSpPr/>
                <p:nvPr/>
              </p:nvSpPr>
              <p:spPr>
                <a:xfrm rot="1800000" flipH="1">
                  <a:off x="8376004" y="1440938"/>
                  <a:ext cx="2177480" cy="215151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7D51007-9DA8-FB59-C338-13796372754E}"/>
                    </a:ext>
                  </a:extLst>
                </p:cNvPr>
                <p:cNvSpPr/>
                <p:nvPr/>
              </p:nvSpPr>
              <p:spPr>
                <a:xfrm rot="1800000" flipH="1">
                  <a:off x="6521447" y="4589823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8EAD574-3F0D-F6AB-6A59-D807DB6EE2F1}"/>
                    </a:ext>
                  </a:extLst>
                </p:cNvPr>
                <p:cNvSpPr/>
                <p:nvPr/>
              </p:nvSpPr>
              <p:spPr>
                <a:xfrm rot="5400000" flipH="1">
                  <a:off x="5619479" y="3015380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72D3B93-E8F6-86B9-58E0-3B7321CD4D1D}"/>
                    </a:ext>
                  </a:extLst>
                </p:cNvPr>
                <p:cNvSpPr/>
                <p:nvPr/>
              </p:nvSpPr>
              <p:spPr>
                <a:xfrm rot="5400000" flipH="1">
                  <a:off x="9271531" y="3015381"/>
                  <a:ext cx="2177479" cy="215152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EAB9633-4388-66AF-E77B-0B37691A0E3F}"/>
                  </a:ext>
                </a:extLst>
              </p:cNvPr>
              <p:cNvSpPr/>
              <p:nvPr/>
            </p:nvSpPr>
            <p:spPr>
              <a:xfrm>
                <a:off x="6340375" y="769471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23E3FFF-FF83-D25B-8E9D-5DF38B3F65FF}"/>
                  </a:ext>
                </a:extLst>
              </p:cNvPr>
              <p:cNvSpPr/>
              <p:nvPr/>
            </p:nvSpPr>
            <p:spPr>
              <a:xfrm>
                <a:off x="6340375" y="6134772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5662EB4-C31D-D80C-ABC2-0D939705F5F1}"/>
                  </a:ext>
                </a:extLst>
              </p:cNvPr>
              <p:cNvSpPr/>
              <p:nvPr/>
            </p:nvSpPr>
            <p:spPr>
              <a:xfrm>
                <a:off x="4014362" y="4791585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D98FCEE-E105-6D19-AB8D-FC21EE5242CF}"/>
                  </a:ext>
                </a:extLst>
              </p:cNvPr>
              <p:cNvSpPr/>
              <p:nvPr/>
            </p:nvSpPr>
            <p:spPr>
              <a:xfrm>
                <a:off x="8655277" y="4798929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643BFB2-160F-2858-E216-DC6320BAB1B2}"/>
                  </a:ext>
                </a:extLst>
              </p:cNvPr>
              <p:cNvSpPr/>
              <p:nvPr/>
            </p:nvSpPr>
            <p:spPr>
              <a:xfrm>
                <a:off x="4014362" y="2110604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92921F7-FFB1-AD0A-F52B-5516E8C0032C}"/>
                  </a:ext>
                </a:extLst>
              </p:cNvPr>
              <p:cNvSpPr/>
              <p:nvPr/>
            </p:nvSpPr>
            <p:spPr>
              <a:xfrm>
                <a:off x="8655277" y="2105248"/>
                <a:ext cx="141216" cy="141216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7B2DD7-F715-6C67-94C0-FFD28144C4E5}"/>
                </a:ext>
              </a:extLst>
            </p:cNvPr>
            <p:cNvSpPr/>
            <p:nvPr/>
          </p:nvSpPr>
          <p:spPr>
            <a:xfrm rot="2700000" flipH="1">
              <a:off x="3318853" y="4845759"/>
              <a:ext cx="884634" cy="16831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65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1</cp:revision>
  <dcterms:created xsi:type="dcterms:W3CDTF">2026-01-13T16:30:19Z</dcterms:created>
  <dcterms:modified xsi:type="dcterms:W3CDTF">2026-01-13T16:48:56Z</dcterms:modified>
</cp:coreProperties>
</file>