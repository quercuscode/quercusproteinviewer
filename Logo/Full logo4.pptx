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9494500" cy="487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63"/>
    <p:restoredTop sz="96731"/>
  </p:normalViewPr>
  <p:slideViewPr>
    <p:cSldViewPr snapToGrid="0">
      <p:cViewPr varScale="1">
        <p:scale>
          <a:sx n="88" d="100"/>
          <a:sy n="88" d="100"/>
        </p:scale>
        <p:origin x="232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6813" y="797605"/>
            <a:ext cx="14620875" cy="1696744"/>
          </a:xfrm>
        </p:spPr>
        <p:txBody>
          <a:bodyPr anchor="b"/>
          <a:lstStyle>
            <a:lvl1pPr algn="ctr">
              <a:defRPr sz="42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6813" y="2559782"/>
            <a:ext cx="14620875" cy="1176664"/>
          </a:xfrm>
        </p:spPr>
        <p:txBody>
          <a:bodyPr/>
          <a:lstStyle>
            <a:lvl1pPr marL="0" indent="0" algn="ctr">
              <a:buNone/>
              <a:defRPr sz="1705"/>
            </a:lvl1pPr>
            <a:lvl2pPr marL="324886" indent="0" algn="ctr">
              <a:buNone/>
              <a:defRPr sz="1421"/>
            </a:lvl2pPr>
            <a:lvl3pPr marL="649773" indent="0" algn="ctr">
              <a:buNone/>
              <a:defRPr sz="1279"/>
            </a:lvl3pPr>
            <a:lvl4pPr marL="974659" indent="0" algn="ctr">
              <a:buNone/>
              <a:defRPr sz="1137"/>
            </a:lvl4pPr>
            <a:lvl5pPr marL="1299545" indent="0" algn="ctr">
              <a:buNone/>
              <a:defRPr sz="1137"/>
            </a:lvl5pPr>
            <a:lvl6pPr marL="1624432" indent="0" algn="ctr">
              <a:buNone/>
              <a:defRPr sz="1137"/>
            </a:lvl6pPr>
            <a:lvl7pPr marL="1949318" indent="0" algn="ctr">
              <a:buNone/>
              <a:defRPr sz="1137"/>
            </a:lvl7pPr>
            <a:lvl8pPr marL="2274204" indent="0" algn="ctr">
              <a:buNone/>
              <a:defRPr sz="1137"/>
            </a:lvl8pPr>
            <a:lvl9pPr marL="2599091" indent="0" algn="ctr">
              <a:buNone/>
              <a:defRPr sz="113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3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094" y="1215023"/>
            <a:ext cx="16814006" cy="2027292"/>
          </a:xfrm>
        </p:spPr>
        <p:txBody>
          <a:bodyPr anchor="b"/>
          <a:lstStyle>
            <a:lvl1pPr>
              <a:defRPr sz="42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0094" y="3261494"/>
            <a:ext cx="16814006" cy="1066105"/>
          </a:xfrm>
        </p:spPr>
        <p:txBody>
          <a:bodyPr/>
          <a:lstStyle>
            <a:lvl1pPr marL="0" indent="0">
              <a:buNone/>
              <a:defRPr sz="1705">
                <a:solidFill>
                  <a:schemeClr val="tx1">
                    <a:tint val="82000"/>
                  </a:schemeClr>
                </a:solidFill>
              </a:defRPr>
            </a:lvl1pPr>
            <a:lvl2pPr marL="324886" indent="0">
              <a:buNone/>
              <a:defRPr sz="1421">
                <a:solidFill>
                  <a:schemeClr val="tx1">
                    <a:tint val="82000"/>
                  </a:schemeClr>
                </a:solidFill>
              </a:defRPr>
            </a:lvl2pPr>
            <a:lvl3pPr marL="649773" indent="0">
              <a:buNone/>
              <a:defRPr sz="1279">
                <a:solidFill>
                  <a:schemeClr val="tx1">
                    <a:tint val="82000"/>
                  </a:schemeClr>
                </a:solidFill>
              </a:defRPr>
            </a:lvl3pPr>
            <a:lvl4pPr marL="974659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4pPr>
            <a:lvl5pPr marL="1299545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5pPr>
            <a:lvl6pPr marL="1624432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6pPr>
            <a:lvl7pPr marL="1949318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7pPr>
            <a:lvl8pPr marL="2274204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8pPr>
            <a:lvl9pPr marL="2599091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82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0247" y="1297377"/>
            <a:ext cx="8285163" cy="3092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69090" y="1297377"/>
            <a:ext cx="8285163" cy="3092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6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786" y="259476"/>
            <a:ext cx="16814006" cy="9420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2787" y="1194715"/>
            <a:ext cx="8247087" cy="585512"/>
          </a:xfrm>
        </p:spPr>
        <p:txBody>
          <a:bodyPr anchor="b"/>
          <a:lstStyle>
            <a:lvl1pPr marL="0" indent="0">
              <a:buNone/>
              <a:defRPr sz="1705" b="1"/>
            </a:lvl1pPr>
            <a:lvl2pPr marL="324886" indent="0">
              <a:buNone/>
              <a:defRPr sz="1421" b="1"/>
            </a:lvl2pPr>
            <a:lvl3pPr marL="649773" indent="0">
              <a:buNone/>
              <a:defRPr sz="1279" b="1"/>
            </a:lvl3pPr>
            <a:lvl4pPr marL="974659" indent="0">
              <a:buNone/>
              <a:defRPr sz="1137" b="1"/>
            </a:lvl4pPr>
            <a:lvl5pPr marL="1299545" indent="0">
              <a:buNone/>
              <a:defRPr sz="1137" b="1"/>
            </a:lvl5pPr>
            <a:lvl6pPr marL="1624432" indent="0">
              <a:buNone/>
              <a:defRPr sz="1137" b="1"/>
            </a:lvl6pPr>
            <a:lvl7pPr marL="1949318" indent="0">
              <a:buNone/>
              <a:defRPr sz="1137" b="1"/>
            </a:lvl7pPr>
            <a:lvl8pPr marL="2274204" indent="0">
              <a:buNone/>
              <a:defRPr sz="1137" b="1"/>
            </a:lvl8pPr>
            <a:lvl9pPr marL="2599091" indent="0">
              <a:buNone/>
              <a:defRPr sz="11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2787" y="1780227"/>
            <a:ext cx="8247087" cy="2618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69090" y="1194715"/>
            <a:ext cx="8287702" cy="585512"/>
          </a:xfrm>
        </p:spPr>
        <p:txBody>
          <a:bodyPr anchor="b"/>
          <a:lstStyle>
            <a:lvl1pPr marL="0" indent="0">
              <a:buNone/>
              <a:defRPr sz="1705" b="1"/>
            </a:lvl1pPr>
            <a:lvl2pPr marL="324886" indent="0">
              <a:buNone/>
              <a:defRPr sz="1421" b="1"/>
            </a:lvl2pPr>
            <a:lvl3pPr marL="649773" indent="0">
              <a:buNone/>
              <a:defRPr sz="1279" b="1"/>
            </a:lvl3pPr>
            <a:lvl4pPr marL="974659" indent="0">
              <a:buNone/>
              <a:defRPr sz="1137" b="1"/>
            </a:lvl4pPr>
            <a:lvl5pPr marL="1299545" indent="0">
              <a:buNone/>
              <a:defRPr sz="1137" b="1"/>
            </a:lvl5pPr>
            <a:lvl6pPr marL="1624432" indent="0">
              <a:buNone/>
              <a:defRPr sz="1137" b="1"/>
            </a:lvl6pPr>
            <a:lvl7pPr marL="1949318" indent="0">
              <a:buNone/>
              <a:defRPr sz="1137" b="1"/>
            </a:lvl7pPr>
            <a:lvl8pPr marL="2274204" indent="0">
              <a:buNone/>
              <a:defRPr sz="1137" b="1"/>
            </a:lvl8pPr>
            <a:lvl9pPr marL="2599091" indent="0">
              <a:buNone/>
              <a:defRPr sz="11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69090" y="1780227"/>
            <a:ext cx="8287702" cy="2618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2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66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64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787" y="324908"/>
            <a:ext cx="6287483" cy="1137179"/>
          </a:xfrm>
        </p:spPr>
        <p:txBody>
          <a:bodyPr anchor="b"/>
          <a:lstStyle>
            <a:lvl1pPr>
              <a:defRPr sz="22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7701" y="701712"/>
            <a:ext cx="9869091" cy="3463433"/>
          </a:xfrm>
        </p:spPr>
        <p:txBody>
          <a:bodyPr/>
          <a:lstStyle>
            <a:lvl1pPr>
              <a:defRPr sz="2274"/>
            </a:lvl1pPr>
            <a:lvl2pPr>
              <a:defRPr sz="1990"/>
            </a:lvl2pPr>
            <a:lvl3pPr>
              <a:defRPr sz="1705"/>
            </a:lvl3pPr>
            <a:lvl4pPr>
              <a:defRPr sz="1421"/>
            </a:lvl4pPr>
            <a:lvl5pPr>
              <a:defRPr sz="1421"/>
            </a:lvl5pPr>
            <a:lvl6pPr>
              <a:defRPr sz="1421"/>
            </a:lvl6pPr>
            <a:lvl7pPr>
              <a:defRPr sz="1421"/>
            </a:lvl7pPr>
            <a:lvl8pPr>
              <a:defRPr sz="1421"/>
            </a:lvl8pPr>
            <a:lvl9pPr>
              <a:defRPr sz="14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2787" y="1462087"/>
            <a:ext cx="6287483" cy="2708698"/>
          </a:xfrm>
        </p:spPr>
        <p:txBody>
          <a:bodyPr/>
          <a:lstStyle>
            <a:lvl1pPr marL="0" indent="0">
              <a:buNone/>
              <a:defRPr sz="1137"/>
            </a:lvl1pPr>
            <a:lvl2pPr marL="324886" indent="0">
              <a:buNone/>
              <a:defRPr sz="995"/>
            </a:lvl2pPr>
            <a:lvl3pPr marL="649773" indent="0">
              <a:buNone/>
              <a:defRPr sz="853"/>
            </a:lvl3pPr>
            <a:lvl4pPr marL="974659" indent="0">
              <a:buNone/>
              <a:defRPr sz="711"/>
            </a:lvl4pPr>
            <a:lvl5pPr marL="1299545" indent="0">
              <a:buNone/>
              <a:defRPr sz="711"/>
            </a:lvl5pPr>
            <a:lvl6pPr marL="1624432" indent="0">
              <a:buNone/>
              <a:defRPr sz="711"/>
            </a:lvl6pPr>
            <a:lvl7pPr marL="1949318" indent="0">
              <a:buNone/>
              <a:defRPr sz="711"/>
            </a:lvl7pPr>
            <a:lvl8pPr marL="2274204" indent="0">
              <a:buNone/>
              <a:defRPr sz="711"/>
            </a:lvl8pPr>
            <a:lvl9pPr marL="2599091" indent="0">
              <a:buNone/>
              <a:defRPr sz="7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42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787" y="324908"/>
            <a:ext cx="6287483" cy="1137179"/>
          </a:xfrm>
        </p:spPr>
        <p:txBody>
          <a:bodyPr anchor="b"/>
          <a:lstStyle>
            <a:lvl1pPr>
              <a:defRPr sz="22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87701" y="701712"/>
            <a:ext cx="9869091" cy="3463433"/>
          </a:xfrm>
        </p:spPr>
        <p:txBody>
          <a:bodyPr anchor="t"/>
          <a:lstStyle>
            <a:lvl1pPr marL="0" indent="0">
              <a:buNone/>
              <a:defRPr sz="2274"/>
            </a:lvl1pPr>
            <a:lvl2pPr marL="324886" indent="0">
              <a:buNone/>
              <a:defRPr sz="1990"/>
            </a:lvl2pPr>
            <a:lvl3pPr marL="649773" indent="0">
              <a:buNone/>
              <a:defRPr sz="1705"/>
            </a:lvl3pPr>
            <a:lvl4pPr marL="974659" indent="0">
              <a:buNone/>
              <a:defRPr sz="1421"/>
            </a:lvl4pPr>
            <a:lvl5pPr marL="1299545" indent="0">
              <a:buNone/>
              <a:defRPr sz="1421"/>
            </a:lvl5pPr>
            <a:lvl6pPr marL="1624432" indent="0">
              <a:buNone/>
              <a:defRPr sz="1421"/>
            </a:lvl6pPr>
            <a:lvl7pPr marL="1949318" indent="0">
              <a:buNone/>
              <a:defRPr sz="1421"/>
            </a:lvl7pPr>
            <a:lvl8pPr marL="2274204" indent="0">
              <a:buNone/>
              <a:defRPr sz="1421"/>
            </a:lvl8pPr>
            <a:lvl9pPr marL="2599091" indent="0">
              <a:buNone/>
              <a:defRPr sz="142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2787" y="1462087"/>
            <a:ext cx="6287483" cy="2708698"/>
          </a:xfrm>
        </p:spPr>
        <p:txBody>
          <a:bodyPr/>
          <a:lstStyle>
            <a:lvl1pPr marL="0" indent="0">
              <a:buNone/>
              <a:defRPr sz="1137"/>
            </a:lvl1pPr>
            <a:lvl2pPr marL="324886" indent="0">
              <a:buNone/>
              <a:defRPr sz="995"/>
            </a:lvl2pPr>
            <a:lvl3pPr marL="649773" indent="0">
              <a:buNone/>
              <a:defRPr sz="853"/>
            </a:lvl3pPr>
            <a:lvl4pPr marL="974659" indent="0">
              <a:buNone/>
              <a:defRPr sz="711"/>
            </a:lvl4pPr>
            <a:lvl5pPr marL="1299545" indent="0">
              <a:buNone/>
              <a:defRPr sz="711"/>
            </a:lvl5pPr>
            <a:lvl6pPr marL="1624432" indent="0">
              <a:buNone/>
              <a:defRPr sz="711"/>
            </a:lvl6pPr>
            <a:lvl7pPr marL="1949318" indent="0">
              <a:buNone/>
              <a:defRPr sz="711"/>
            </a:lvl7pPr>
            <a:lvl8pPr marL="2274204" indent="0">
              <a:buNone/>
              <a:defRPr sz="711"/>
            </a:lvl8pPr>
            <a:lvl9pPr marL="2599091" indent="0">
              <a:buNone/>
              <a:defRPr sz="7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10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09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50751" y="259475"/>
            <a:ext cx="4203502" cy="41301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40247" y="259475"/>
            <a:ext cx="12366823" cy="41301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2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0247" y="259476"/>
            <a:ext cx="16814006" cy="942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0247" y="1297377"/>
            <a:ext cx="16814006" cy="3092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40247" y="4517129"/>
            <a:ext cx="4386263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57553" y="4517129"/>
            <a:ext cx="6579394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767990" y="4517129"/>
            <a:ext cx="4386263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7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49773" rtl="0" eaLnBrk="1" latinLnBrk="0" hangingPunct="1">
        <a:lnSpc>
          <a:spcPct val="90000"/>
        </a:lnSpc>
        <a:spcBef>
          <a:spcPct val="0"/>
        </a:spcBef>
        <a:buNone/>
        <a:defRPr sz="31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443" indent="-162443" algn="l" defTabSz="64977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1990" kern="1200">
          <a:solidFill>
            <a:schemeClr val="tx1"/>
          </a:solidFill>
          <a:latin typeface="+mn-lt"/>
          <a:ea typeface="+mn-ea"/>
          <a:cs typeface="+mn-cs"/>
        </a:defRPr>
      </a:lvl1pPr>
      <a:lvl2pPr marL="487329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12216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421" kern="1200">
          <a:solidFill>
            <a:schemeClr val="tx1"/>
          </a:solidFill>
          <a:latin typeface="+mn-lt"/>
          <a:ea typeface="+mn-ea"/>
          <a:cs typeface="+mn-cs"/>
        </a:defRPr>
      </a:lvl3pPr>
      <a:lvl4pPr marL="1137102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4pPr>
      <a:lvl5pPr marL="1461988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5pPr>
      <a:lvl6pPr marL="1786875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6pPr>
      <a:lvl7pPr marL="2111761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7pPr>
      <a:lvl8pPr marL="2436647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8pPr>
      <a:lvl9pPr marL="2761534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1pPr>
      <a:lvl2pPr marL="324886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2pPr>
      <a:lvl3pPr marL="649773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3pPr>
      <a:lvl4pPr marL="974659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4pPr>
      <a:lvl5pPr marL="1299545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5pPr>
      <a:lvl6pPr marL="1624432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6pPr>
      <a:lvl7pPr marL="1949318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7pPr>
      <a:lvl8pPr marL="2274204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8pPr>
      <a:lvl9pPr marL="2599091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AE78E259-DA16-4335-1386-8E40DE42DA60}"/>
              </a:ext>
            </a:extLst>
          </p:cNvPr>
          <p:cNvGrpSpPr/>
          <p:nvPr/>
        </p:nvGrpSpPr>
        <p:grpSpPr>
          <a:xfrm>
            <a:off x="6266714" y="447757"/>
            <a:ext cx="6860760" cy="3934647"/>
            <a:chOff x="6884737" y="814886"/>
            <a:chExt cx="5171205" cy="296568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DC20200-387B-EA31-4CDE-7227BA3DDB5F}"/>
                </a:ext>
              </a:extLst>
            </p:cNvPr>
            <p:cNvGrpSpPr/>
            <p:nvPr/>
          </p:nvGrpSpPr>
          <p:grpSpPr>
            <a:xfrm>
              <a:off x="6884737" y="814886"/>
              <a:ext cx="1425887" cy="1627047"/>
              <a:chOff x="754913" y="1772905"/>
              <a:chExt cx="3154326" cy="3599329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591DD25-D7BF-7273-E12B-EF7F6A6634B4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18007F7C-2F0B-DD9E-1712-201172EB2B64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E2CDAC17-C402-F991-7113-F0D6E6C5B4EE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7C4537D2-F219-778F-3A3A-FDD9084C9C1D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A3EF9D5C-4B84-2CFC-A070-99CA937A7C34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 dirty="0"/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6251C9E6-D5D6-AEF1-5428-6C9C84DE8D6A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18B81187-5B28-76DC-8304-FD78E07697BC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38F317E1-25F0-6DEE-CA65-734EB3775A0E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</p:grp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858A6983-0387-B77B-FFDA-219D6E918A26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3B520DE7-3FCE-41E4-A08F-5BE4DE10F2D1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8B673711-501A-3358-B8FE-C50E3170ECEE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A47D636-2F31-99DD-4A01-17D0010A6FEC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EC3556F0-C5A7-DBD4-9194-4B5D3C6AA111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9E78C27-D731-F55A-E340-DA2760F474E1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2A7E23E-EF66-A48B-AE9F-8759E2DAC7B2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solidFill>
                <a:schemeClr val="tx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79" dirty="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5C0565D-4344-22B9-9BE2-10E351FAF662}"/>
                </a:ext>
              </a:extLst>
            </p:cNvPr>
            <p:cNvSpPr txBox="1"/>
            <p:nvPr/>
          </p:nvSpPr>
          <p:spPr>
            <a:xfrm>
              <a:off x="8387171" y="1048359"/>
              <a:ext cx="3668771" cy="1437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latin typeface="Arial" panose="020B0604020202020204" pitchFamily="34" charset="0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60C2393-DB61-B763-C269-FB175434BCE0}"/>
                </a:ext>
              </a:extLst>
            </p:cNvPr>
            <p:cNvSpPr txBox="1"/>
            <p:nvPr/>
          </p:nvSpPr>
          <p:spPr>
            <a:xfrm>
              <a:off x="8339391" y="2342766"/>
              <a:ext cx="3711031" cy="1437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latin typeface="Arial" panose="020B0604020202020204" pitchFamily="34" charset="0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0408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4814B-A16F-3A61-0BF0-EAC00F5B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082815D-C87E-4CCE-132D-F92CC59FD5F6}"/>
              </a:ext>
            </a:extLst>
          </p:cNvPr>
          <p:cNvGrpSpPr/>
          <p:nvPr/>
        </p:nvGrpSpPr>
        <p:grpSpPr>
          <a:xfrm>
            <a:off x="6266714" y="447757"/>
            <a:ext cx="6860760" cy="3934647"/>
            <a:chOff x="6884737" y="814886"/>
            <a:chExt cx="5171205" cy="2965687"/>
          </a:xfrm>
          <a:solidFill>
            <a:schemeClr val="bg1"/>
          </a:solid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FAA31A9-A3FA-7887-1446-F58CC85597E6}"/>
                </a:ext>
              </a:extLst>
            </p:cNvPr>
            <p:cNvGrpSpPr/>
            <p:nvPr/>
          </p:nvGrpSpPr>
          <p:grpSpPr>
            <a:xfrm>
              <a:off x="6884737" y="814886"/>
              <a:ext cx="1425887" cy="1627047"/>
              <a:chOff x="754913" y="1772905"/>
              <a:chExt cx="3154326" cy="3599329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47DB921C-A5DF-4E5C-7589-905AEF550EDA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1DFF9733-690D-E591-36A6-98D01FFD9234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  <a:grpFill/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1249CCBF-27CA-7818-64EB-5E7360944534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60B8267E-1BA8-B779-DE8C-AD6B6777D722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651C26C7-64D3-6EDE-BD10-C8FE4E353014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F2F3A6E4-7333-E848-8267-7C8D6AF6394F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C96B8910-6BDB-44CD-4A49-84C3756AAE5D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4ECDC682-69DA-29D3-E612-1DE9B1C692E6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B59BACC3-738F-FD43-EE74-510BF90738E1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1EC5050C-4098-9B0C-2DA0-39CB0A24FA8C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FACDEC7C-F5B6-D25E-18A7-627D85FE6D4E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301497E-79BE-8589-1153-7406B766B6EF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D67DAB5E-B650-C5F5-9A21-8DE45D8CDC84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D8837F2F-116D-BBFB-01CC-8F00BB4CB403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C553B57-1BE5-0C53-38B3-D880399455A1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grp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79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340D3C1-8F05-EDBC-0DE4-E7BBA17CD4D2}"/>
                </a:ext>
              </a:extLst>
            </p:cNvPr>
            <p:cNvSpPr txBox="1"/>
            <p:nvPr/>
          </p:nvSpPr>
          <p:spPr>
            <a:xfrm>
              <a:off x="8387171" y="1048359"/>
              <a:ext cx="3668771" cy="14378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586BB7F-3224-30A3-43BC-E15E88D3DC7C}"/>
                </a:ext>
              </a:extLst>
            </p:cNvPr>
            <p:cNvSpPr txBox="1"/>
            <p:nvPr/>
          </p:nvSpPr>
          <p:spPr>
            <a:xfrm>
              <a:off x="8339391" y="2342766"/>
              <a:ext cx="3711031" cy="14378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4022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47543E-F48B-611F-CB57-9903C41D5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9356B2-8FBF-94AE-37AC-C8AFBB39F2CB}"/>
              </a:ext>
            </a:extLst>
          </p:cNvPr>
          <p:cNvGrpSpPr/>
          <p:nvPr/>
        </p:nvGrpSpPr>
        <p:grpSpPr>
          <a:xfrm>
            <a:off x="3855113" y="1173271"/>
            <a:ext cx="11784273" cy="2217327"/>
            <a:chOff x="3905652" y="1173271"/>
            <a:chExt cx="11784273" cy="221732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4C0A4EC-FCF1-FD93-5059-59CCF57B45E4}"/>
                </a:ext>
              </a:extLst>
            </p:cNvPr>
            <p:cNvGrpSpPr/>
            <p:nvPr/>
          </p:nvGrpSpPr>
          <p:grpSpPr>
            <a:xfrm>
              <a:off x="3905652" y="1173271"/>
              <a:ext cx="1891758" cy="2158642"/>
              <a:chOff x="754913" y="1772905"/>
              <a:chExt cx="3154326" cy="3599329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8E696960-5F28-208A-8546-F890B8BF7940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0706CCC5-7900-98F7-4EBC-91DCC527BF02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73F2CAB9-9922-4E53-02A9-37DFAFD85C23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BD529C66-929E-DBF3-B482-98F53FE17277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367ABF56-E52B-54C2-2D1C-510EA9E01A09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297C4651-0B88-5ACD-83D3-488E186D9C42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47856D3B-F884-4796-F2A9-B592D615E7C1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97FB3EA6-D995-94ED-4B84-757BD1FC3C4A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6B6D7955-0D6B-FE9D-8B5E-EA6A27203F5D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9BF5A607-28A4-15FD-4550-A7DD5C053BC4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E1C4384C-D2D2-8E36-44D2-3CE21A81979F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1700521-21CD-C400-221E-20AFCCF5F0D7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C4F7E0E7-2518-EF1F-782B-0A4C401488C6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6810778-EBE5-F5AE-A400-8F1815116AA1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C4BFCE6-4036-ED6B-6D00-37A6EA4160BF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solidFill>
                <a:schemeClr val="tx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79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56EF969-25DA-4E74-DB25-0D6DBB6D48AD}"/>
                </a:ext>
              </a:extLst>
            </p:cNvPr>
            <p:cNvSpPr txBox="1"/>
            <p:nvPr/>
          </p:nvSpPr>
          <p:spPr>
            <a:xfrm>
              <a:off x="5898967" y="1483025"/>
              <a:ext cx="4867445" cy="1907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7F29889-4784-EDF0-7574-556B55CFEF77}"/>
                </a:ext>
              </a:extLst>
            </p:cNvPr>
            <p:cNvSpPr txBox="1"/>
            <p:nvPr/>
          </p:nvSpPr>
          <p:spPr>
            <a:xfrm>
              <a:off x="10766412" y="1483024"/>
              <a:ext cx="4923513" cy="1907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3494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27DB3A-3FE2-AE11-6F5F-58A2B09A0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3BEB737-E74C-AF40-DE63-FF2324CFFC43}"/>
              </a:ext>
            </a:extLst>
          </p:cNvPr>
          <p:cNvGrpSpPr/>
          <p:nvPr/>
        </p:nvGrpSpPr>
        <p:grpSpPr>
          <a:xfrm>
            <a:off x="3855113" y="1173271"/>
            <a:ext cx="11784273" cy="2217327"/>
            <a:chOff x="3905652" y="1173271"/>
            <a:chExt cx="11784273" cy="2217327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80F4B11-2FBA-6287-48EE-8EFBAACB756E}"/>
                </a:ext>
              </a:extLst>
            </p:cNvPr>
            <p:cNvGrpSpPr/>
            <p:nvPr/>
          </p:nvGrpSpPr>
          <p:grpSpPr>
            <a:xfrm>
              <a:off x="3905652" y="1173271"/>
              <a:ext cx="1891758" cy="2158642"/>
              <a:chOff x="754913" y="1772905"/>
              <a:chExt cx="3154326" cy="3599329"/>
            </a:xfrm>
            <a:grpFill/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4A39B540-825C-1CE2-9C3B-67109C8D13CB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  <a:grpFill/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75EC687E-B311-6C7D-7CB0-29C1FAAE6ED9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  <a:grpFill/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759EFCB6-6E3A-3ED3-9D5D-374D70508A8F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B331443F-9826-EF88-209C-7190D5A8FE0E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A1DCE5AD-353B-87A7-8583-54B532522158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A5A19609-9E6C-35DD-C78E-1DCEB82084E2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F86E08DC-6DEA-86E9-ECC0-B6D91956D383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DE132525-118A-C1B1-A1AB-ABF9CB3B24CF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4A564436-F70D-B341-10B3-67B65C280EF6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3274666-137D-AB0E-9A8C-B17B00FB8573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862B10A1-292C-2FCA-F375-50A1CA62C276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B463F121-7924-DD59-C836-63B19CC3CCF1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F446E62-67A6-FCD0-2EDD-23A5CD7BC896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17916FB-2225-E005-6DE6-FE7F7817A854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53C16BA-B9BB-2A81-CB62-90C685DE3A9E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grp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79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53120C7-FF86-1E27-F922-1073417928F8}"/>
                </a:ext>
              </a:extLst>
            </p:cNvPr>
            <p:cNvSpPr txBox="1"/>
            <p:nvPr/>
          </p:nvSpPr>
          <p:spPr>
            <a:xfrm>
              <a:off x="5898967" y="1483025"/>
              <a:ext cx="4867445" cy="19075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29C9203-1C42-21FD-6DEF-FBDDB18FBAC8}"/>
                </a:ext>
              </a:extLst>
            </p:cNvPr>
            <p:cNvSpPr txBox="1"/>
            <p:nvPr/>
          </p:nvSpPr>
          <p:spPr>
            <a:xfrm>
              <a:off x="10766412" y="1483024"/>
              <a:ext cx="4923513" cy="19075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9215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8</Words>
  <Application>Microsoft Macintosh PowerPoint</Application>
  <PresentationFormat>Custom</PresentationFormat>
  <Paragraphs>8</Paragraphs>
  <Slides>4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AmirM Cheraghali</dc:creator>
  <cp:lastModifiedBy>AmirM Cheraghali</cp:lastModifiedBy>
  <cp:revision>4</cp:revision>
  <cp:lastPrinted>2026-01-13T16:51:43Z</cp:lastPrinted>
  <dcterms:created xsi:type="dcterms:W3CDTF">2026-01-13T15:39:53Z</dcterms:created>
  <dcterms:modified xsi:type="dcterms:W3CDTF">2026-01-13T16:55:06Z</dcterms:modified>
</cp:coreProperties>
</file>